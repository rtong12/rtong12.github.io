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4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9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7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2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4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9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0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9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4D4A9-F8B7-4F67-88F5-F0431CF0C2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4B407-A2F7-4E93-BB28-3F12D73D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06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C0B99-F525-52AB-AC61-461947606191}"/>
              </a:ext>
            </a:extLst>
          </p:cNvPr>
          <p:cNvSpPr/>
          <p:nvPr/>
        </p:nvSpPr>
        <p:spPr>
          <a:xfrm>
            <a:off x="1384419" y="1102407"/>
            <a:ext cx="6306796" cy="4657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0697C-85B9-2390-E871-F5645F169F7B}"/>
              </a:ext>
            </a:extLst>
          </p:cNvPr>
          <p:cNvSpPr txBox="1"/>
          <p:nvPr/>
        </p:nvSpPr>
        <p:spPr>
          <a:xfrm>
            <a:off x="1645920" y="1419497"/>
            <a:ext cx="3492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Feedback Welcomed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971F8-00C3-B82D-9196-797E7121902E}"/>
              </a:ext>
            </a:extLst>
          </p:cNvPr>
          <p:cNvSpPr txBox="1"/>
          <p:nvPr/>
        </p:nvSpPr>
        <p:spPr>
          <a:xfrm>
            <a:off x="1645920" y="2510339"/>
            <a:ext cx="196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Full Name: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6C2A7-77BF-DBF5-B24E-CD95C205D4F1}"/>
              </a:ext>
            </a:extLst>
          </p:cNvPr>
          <p:cNvSpPr txBox="1"/>
          <p:nvPr/>
        </p:nvSpPr>
        <p:spPr>
          <a:xfrm>
            <a:off x="1645920" y="2061253"/>
            <a:ext cx="5103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Required fields are marked with an asterisk 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81782-A34A-537B-C260-C33C907804B1}"/>
              </a:ext>
            </a:extLst>
          </p:cNvPr>
          <p:cNvSpPr txBox="1"/>
          <p:nvPr/>
        </p:nvSpPr>
        <p:spPr>
          <a:xfrm>
            <a:off x="1645920" y="2890372"/>
            <a:ext cx="196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Email: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A356C3-ABA0-9F49-B7F2-D99A225A5DAB}"/>
              </a:ext>
            </a:extLst>
          </p:cNvPr>
          <p:cNvSpPr txBox="1"/>
          <p:nvPr/>
        </p:nvSpPr>
        <p:spPr>
          <a:xfrm>
            <a:off x="1645920" y="3270461"/>
            <a:ext cx="196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Phone: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1E37A-F896-8A08-94BF-5297F931BE74}"/>
              </a:ext>
            </a:extLst>
          </p:cNvPr>
          <p:cNvSpPr txBox="1"/>
          <p:nvPr/>
        </p:nvSpPr>
        <p:spPr>
          <a:xfrm>
            <a:off x="1645920" y="3635125"/>
            <a:ext cx="196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Comments: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85663-73A4-40A7-014C-2FBB6253441B}"/>
              </a:ext>
            </a:extLst>
          </p:cNvPr>
          <p:cNvSpPr txBox="1"/>
          <p:nvPr/>
        </p:nvSpPr>
        <p:spPr>
          <a:xfrm>
            <a:off x="1645920" y="4767453"/>
            <a:ext cx="196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Attachment: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15082A-C067-9F52-200A-E723C8213F9C}"/>
              </a:ext>
            </a:extLst>
          </p:cNvPr>
          <p:cNvSpPr txBox="1"/>
          <p:nvPr/>
        </p:nvSpPr>
        <p:spPr>
          <a:xfrm>
            <a:off x="1767840" y="5196101"/>
            <a:ext cx="1236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C4F1DD-8EBC-453A-C37C-7113045A1058}"/>
              </a:ext>
            </a:extLst>
          </p:cNvPr>
          <p:cNvSpPr/>
          <p:nvPr/>
        </p:nvSpPr>
        <p:spPr>
          <a:xfrm>
            <a:off x="3169920" y="2542466"/>
            <a:ext cx="3988526" cy="3385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11B3B3-8D33-8F57-851F-9CA26900BEB6}"/>
              </a:ext>
            </a:extLst>
          </p:cNvPr>
          <p:cNvSpPr/>
          <p:nvPr/>
        </p:nvSpPr>
        <p:spPr>
          <a:xfrm>
            <a:off x="3169919" y="2921150"/>
            <a:ext cx="3988525" cy="3385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069D5F-BF5F-D236-78CB-44ABA30C3602}"/>
              </a:ext>
            </a:extLst>
          </p:cNvPr>
          <p:cNvSpPr/>
          <p:nvPr/>
        </p:nvSpPr>
        <p:spPr>
          <a:xfrm>
            <a:off x="3169920" y="3299834"/>
            <a:ext cx="3988524" cy="3385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084320-27D7-CEFF-D26B-A01C82D1BA64}"/>
              </a:ext>
            </a:extLst>
          </p:cNvPr>
          <p:cNvSpPr/>
          <p:nvPr/>
        </p:nvSpPr>
        <p:spPr>
          <a:xfrm>
            <a:off x="3169919" y="3680063"/>
            <a:ext cx="3988523" cy="10280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D3B4D-8688-E361-ECB0-D25050338956}"/>
              </a:ext>
            </a:extLst>
          </p:cNvPr>
          <p:cNvSpPr/>
          <p:nvPr/>
        </p:nvSpPr>
        <p:spPr>
          <a:xfrm>
            <a:off x="3169920" y="4782842"/>
            <a:ext cx="3988522" cy="3385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CE8368-8D2B-7BE6-485C-B179CE32F23E}"/>
              </a:ext>
            </a:extLst>
          </p:cNvPr>
          <p:cNvSpPr txBox="1"/>
          <p:nvPr/>
        </p:nvSpPr>
        <p:spPr>
          <a:xfrm>
            <a:off x="3169920" y="4782842"/>
            <a:ext cx="280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Link to your file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6596F4-EA3F-716A-D2D1-1F8146152312}"/>
              </a:ext>
            </a:extLst>
          </p:cNvPr>
          <p:cNvSpPr txBox="1"/>
          <p:nvPr/>
        </p:nvSpPr>
        <p:spPr>
          <a:xfrm>
            <a:off x="3169920" y="3648816"/>
            <a:ext cx="280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Your feedback here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5ECB6B-F3BA-3CAA-9C36-31E53F7A2DBE}"/>
              </a:ext>
            </a:extLst>
          </p:cNvPr>
          <p:cNvSpPr txBox="1"/>
          <p:nvPr/>
        </p:nvSpPr>
        <p:spPr>
          <a:xfrm>
            <a:off x="3135737" y="3306657"/>
            <a:ext cx="280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(xxx) xxx-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xxxx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C0282D-21B2-153C-7E46-F4924504CF11}"/>
              </a:ext>
            </a:extLst>
          </p:cNvPr>
          <p:cNvSpPr txBox="1"/>
          <p:nvPr/>
        </p:nvSpPr>
        <p:spPr>
          <a:xfrm>
            <a:off x="3135737" y="2914820"/>
            <a:ext cx="280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you@yourdomain.com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E5EFFE-D46A-95B0-B8BA-AC8A9EA5381F}"/>
              </a:ext>
            </a:extLst>
          </p:cNvPr>
          <p:cNvSpPr txBox="1"/>
          <p:nvPr/>
        </p:nvSpPr>
        <p:spPr>
          <a:xfrm>
            <a:off x="3135737" y="2565368"/>
            <a:ext cx="280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Your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59360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49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Tong</dc:creator>
  <cp:lastModifiedBy>Robert Tong</cp:lastModifiedBy>
  <cp:revision>2</cp:revision>
  <dcterms:created xsi:type="dcterms:W3CDTF">2026-09-25T17:15:36Z</dcterms:created>
  <dcterms:modified xsi:type="dcterms:W3CDTF">2026-09-25T17:32:44Z</dcterms:modified>
</cp:coreProperties>
</file>